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up front: this is a correction, not an incremental update. The headline numbers in the last deck do not survive re-evaluation. Say plainly that I found the problem myself, through a protocol audit, and that the audit is the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rush this slide. These three numbers are the whole talk. If the supervisor only remembers one thing, it should be the middle one: d0 and WAD are both perfect under a fair readout.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slide. Walk the table row by row. Row 1 is what we used to do; row 2 is the same models under a fair readout. Expect the question 'was the old readout wrong or just different?' -- answer: it is a legitimate interface, but it cannot support a capacity claim, only an alignment claim. That distinction is the whole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linger defensively. State each retirement flatly and move on. The bottom line is the message: the ledger caught these, which is exactly what a claims ledger is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line: beating d0 was never the bar; the bar is beating the strongest non-learned control, and a single trainable scalar delay is that control. Flag the still-open box honestly -- the supervisor will likely ask whether the fixed control was fair, and the answer is: not yet, and that is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slide is to pre-empt 'maybe you just got unlucky once'. Five independent lines, all negative. Note the Pareto card's silver lining: a fixed oracle schedule works, which tells us the target is learnable in principle -- our method just doesn't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story: 0A and 0B are negative but diagnostic -- they tell us exactly which component was broken (the objective, not the buffer, not the parameterisation). 0C and 0D then build a credit path that provably works. This is the first time the project has a verified delay-learning mechanism at any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scrupulous here. If the supervisor hears 'Level 1A passed' without the boundary, they will over-read it. The lambda=0 result (0/10) is the honest headline: without the oracle scaffold, the task cannot teach the delay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explicitly that this is unrun and that the gate was written before any data exists. If the supervisor wants to influence the design, this is the moment -- after launch it is frozen.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I need the supervisor to engage rather than just receive. The pivotal sentence is the last bullet: the protocol is the asset. If they want a positive method paper instead, that is Phases 1-5 and months of compute -- which is the next slide's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question 1 and stop talking. It is genuinely their call and it determines the next three months. Do not fill the silence by proposing more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Protocol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077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B8C7DE"/>
                </a:solidFill>
                <a:latin typeface="Calibri"/>
              </a:rPr>
              <a:t>Correcting the delay-advantage claim, and the programme that replaces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11880"/>
            <a:ext cx="1371600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D5DFEE"/>
                </a:solidFill>
                <a:latin typeface="Calibri"/>
              </a:rPr>
              <a:t>Progress report covering 2026-06-29 (last deck) to 2026-07-16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D5DFEE"/>
                </a:solidFill>
                <a:latin typeface="Calibri"/>
              </a:rPr>
              <a:t>Supersedes the Max K / energy claims in the Steps 1-4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A5C4"/>
                </a:solidFill>
                <a:latin typeface="Calibri"/>
              </a:rPr>
              <a:t>SNN Async Delays Project   |   Imperial College London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Three numbers that changed between the last deck and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3611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B3261E"/>
                </a:solidFill>
                <a:latin typeface="Calibri"/>
              </a:rPr>
              <a:t>K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Max K that survives
re-evaluation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Last deck claimed 3
(later 4-5). 177 checkpoints
re-scored; K&gt;=3 fails
through h=150.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188720"/>
            <a:ext cx="3611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38988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B3261E"/>
                </a:solidFill>
                <a:latin typeface="Calibri"/>
              </a:rPr>
              <a:t>1.000 = 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2029968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d0 vs WAD under a
neutral readout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606040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Under late-window MLP it
read 0.490 vs 0.727. The gap
was the measurement
interface, not the network.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5592" y="1188720"/>
            <a:ext cx="3611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389888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B3261E"/>
                </a:solidFill>
                <a:latin typeface="Calibri"/>
              </a:rPr>
              <a:t>1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029968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Seeds where WAD beat
an optimized scalar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606040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Preregistered gate needed
&gt;=4/5 and mean &gt;= +.03.
Actual mean: -.021.
Gate failed decisively.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77639"/>
            <a:ext cx="11365992" cy="1051560"/>
          </a:xfrm>
          <a:prstGeom prst="rect">
            <a:avLst/>
          </a:prstGeom>
          <a:solidFill>
            <a:srgbClr val="F6F8FA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4078223"/>
            <a:ext cx="11073384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What happened:  a July protocol audit found that the readout interface used in every prior experiment censors the no-delay baseline's activity. Once the interface is made neutral, the delay advantage disappears -- and an optimized single scalar delay outperforms learned heterogeneous delays. The positive learned-delay programme has been rejected on its own preregistered gate.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230368"/>
            <a:ext cx="11365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3E74"/>
                </a:solidFill>
                <a:latin typeface="Calibri"/>
              </a:rPr>
              <a:t>The work since the last deck is therefore a correction plus a rebuilt, preregistered mechanism programme -- not a set of new performance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355080"/>
            <a:ext cx="11365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Sources: docs/CLAIMS_LEDGER.md, docs/EXPERIMENT_LOG_V2.md (2026-07-11 onward)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Root cause: the readout window manufactured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XOR readout-interface pilot v1  |  36 preregistered cells  |  K=2, h=50, seeds {0,1,42}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470"/>
                </a:solidFill>
                <a:latin typeface="Calibri"/>
              </a:rPr>
              <a:t>Worst-query accuracy, mean +/- SD over 3 seeds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536192"/>
          <a:ext cx="694943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331"/>
                <a:gridCol w="1489165"/>
                <a:gridCol w="1489165"/>
                <a:gridCol w="992777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Observation interface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d0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WAD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late_window  +  MLP</a:t>
                      </a:r>
                    </a:p>
                  </a:txBody>
                  <a:tcPr marL="54864" marR="54864" anchor="ctr">
                    <a:solidFill>
                      <a:srgbClr val="FA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0.490 +/- .017</a:t>
                      </a:r>
                    </a:p>
                  </a:txBody>
                  <a:tcPr marL="54864" marR="54864" anchor="ctr">
                    <a:solidFill>
                      <a:srgbClr val="FA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0.727 +/- .132</a:t>
                      </a:r>
                    </a:p>
                  </a:txBody>
                  <a:tcPr marL="54864" marR="54864" anchor="ctr">
                    <a:solidFill>
                      <a:srgbClr val="FA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+0.237</a:t>
                      </a:r>
                    </a:p>
                  </a:txBody>
                  <a:tcPr marL="54864" marR="54864" anchor="ctr">
                    <a:solidFill>
                      <a:srgbClr val="FAE8E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all_time  +  MLP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1.000 +/- 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1.000 +/- 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all_time  +  linear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0.850 +/- .090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0.877 +/- .054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+0.027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time_binned (cost-inflated)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3401568"/>
            <a:ext cx="6949440" cy="1078992"/>
          </a:xfrm>
          <a:prstGeom prst="rect">
            <a:avLst/>
          </a:prstGeom>
          <a:solidFill>
            <a:srgbClr val="F6F8FA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3502152"/>
            <a:ext cx="665683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The historical late-window readout only observes the final window. It discards the early activity that d0 relies on -- so d0 is scored at chance by construction, and WAD's "necessity" is an artifact of the measurement, not a property of delays.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4515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3E74"/>
                </a:solidFill>
                <a:latin typeface="Calibri"/>
              </a:rPr>
              <a:t>Consequences now locked into the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974336"/>
            <a:ext cx="6949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all_time is the primary, neutral observation interface.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late_window is demoted to an alignment / censoring diagnostic.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time_binned is an upper bound only -- it reaches 1.000 but raises decoder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     storage 2,852 -&gt; 23,152 and decoder MACs 2,600 -&gt; 22,800 (~9x).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Plan D is renamed a sequential delayed-retention / routing task -- not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     "proven temporal multiplexing".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188720"/>
            <a:ext cx="4142232" cy="3977639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1408176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Why this is the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1901952"/>
            <a:ext cx="37033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D5DFEE"/>
                </a:solidFill>
                <a:latin typeface="Calibri"/>
              </a:rPr>
              <a:t>This confound is not unique to us. Any delay-SNN paper that reads out only at the end of a trial can report the same illusory advantage.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D5DFEE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D5DFEE"/>
                </a:solidFill>
                <a:latin typeface="Calibri"/>
              </a:rPr>
              <a:t>We found it by building the neutral interface and re-running the comparison -- not by inspecting rasters.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D5DFEE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D5DFEE"/>
                </a:solidFill>
                <a:latin typeface="Calibri"/>
              </a:rPr>
              <a:t>That makes "observation-induced delay advantage" a publishable methodological result in its own right, independent of whether delays ultimately win.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54696" y="5321808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8" y="533095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5B6470"/>
                </a:solidFill>
                <a:latin typeface="Calibri"/>
              </a:rPr>
              <a:t>Everything on the next slide follows from this one finding.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Claims retired from the Steps 1-4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Status labels are taken verbatim from docs/CLAIMS_LEDGER.md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16736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Max K@90% = 3  (later 4 / 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58184" y="1435608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RETIRED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325880"/>
            <a:ext cx="6675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Full re-evaluation of all 177 NAND-burst checkpoints: requiring every seed to clear worst-query &gt;= 90%, WAD passes only K=1 and K=2. No h through 150 passes K&gt;=3.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11680"/>
            <a:ext cx="113659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2121408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Delays are the sole necessary mechanism
for shared-channel temporal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8184" y="224028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RETIRED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130552"/>
            <a:ext cx="6675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Interface artifact. Under all_time MLP both d0 and WAD reach 1.000. The d0 failure was produced by late-window censoring.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16352"/>
            <a:ext cx="113659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2926080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19% fewer spikes  /  73% energy saving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8184" y="3044952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RETIRED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935224"/>
            <a:ext cx="6675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Historical Step-1 numbers disagree with canonical d0 results, and hidden-spike count is not an energy model. No scalar energy claim without declared hardware.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21024"/>
            <a:ext cx="113659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3730752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Delays yield a fixed-resource
capacity gain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58184" y="3849624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RETIRED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739896"/>
            <a:ext cx="6675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T, output width, MLP size and delay range all grow with K. The resources were never matched, so the comparison cannot support the claim.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425696"/>
            <a:ext cx="113659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4535424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The network multiplexes
rather than aligns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58184" y="4654296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NOT TESTED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544568"/>
            <a:ext cx="6675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Never tested. The late-window design is fully compatible with alignment alone; no causal intervention distinguished them.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30368"/>
            <a:ext cx="113659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5340096"/>
            <a:ext cx="3063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Burst reveals a timing mechanism;
homeostasis breaks the sparsity tradeoff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58184" y="5458968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EXPLORATORY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349240"/>
            <a:ext cx="6675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Downgraded, not deleted. Both rest on selected, low-seed observations and need a predeclared multi-seed study.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144768"/>
            <a:ext cx="1136599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003E74"/>
                </a:solidFill>
                <a:latin typeface="Calibri"/>
              </a:rPr>
              <a:t>Nothing here was retracted by an outside reviewer -- every line was found and recorded by the project's own audit and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Gate 1 failed: an optimized scalar delay beats learned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XOR delay control matrix v1  |  60 cells  |  K=3, N=35, T=40, all-time linear  |  5 paired seeds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6492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5B6470"/>
                </a:solidFill>
                <a:latin typeface="Calibri"/>
              </a:rPr>
              <a:t>Primary endpoint -- worst-query accuracy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517904"/>
          <a:ext cx="649224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463040"/>
              </a:tblGrid>
              <a:tr h="280416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Worst-query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54864" marR="54864">
                    <a:solidFill>
                      <a:srgbClr val="1F3864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Optimized shared scalar delay</a:t>
                      </a:r>
                    </a:p>
                  </a:txBody>
                  <a:tcPr marL="54864" marR="54864" anchor="ctr"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.699 +/- .019</a:t>
                      </a:r>
                    </a:p>
                  </a:txBody>
                  <a:tcPr marL="54864" marR="54864" anchor="ctr"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1 (best)</a:t>
                      </a:r>
                    </a:p>
                  </a:txBody>
                  <a:tcPr marL="54864" marR="54864" anchor="ctr">
                    <a:solidFill>
                      <a:srgbClr val="E3F2F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WAD  (learned heterogeneous)</a:t>
                      </a:r>
                    </a:p>
                  </a:txBody>
                  <a:tcPr marL="54864" marR="54864" anchor="ctr">
                    <a:solidFill>
                      <a:srgbClr val="FA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.678 +/- .036</a:t>
                      </a:r>
                    </a:p>
                  </a:txBody>
                  <a:tcPr marL="54864" marR="54864" anchor="ctr">
                    <a:solidFill>
                      <a:srgbClr val="FAE8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anchor="ctr">
                    <a:solidFill>
                      <a:srgbClr val="FAE8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2505456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3261E"/>
                </a:solidFill>
                <a:latin typeface="Calibri"/>
              </a:rPr>
              <a:t>Paired WAD - scalar, per seed:      -.028    -.060    -.030    -.036    +.050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79776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mean  -.0208     |     positive in 1 / 5 seeds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6492240" cy="932688"/>
          </a:xfrm>
          <a:prstGeom prst="rect">
            <a:avLst/>
          </a:prstGeom>
          <a:solidFill>
            <a:srgbClr val="F6F8FA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300984"/>
            <a:ext cx="6199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Preregistered gate:  mean paired advantage &gt;= +.03, positive in &gt;= 4/5 seeds, no resource domination.
Result:  mean -.021, positive in 1/5.  Decision recorded: reject the positive learned-delay superiority programme.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15968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3E74"/>
                </a:solidFill>
                <a:latin typeface="Calibri"/>
              </a:rPr>
              <a:t>The result is not an optimization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26864"/>
            <a:ext cx="6492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A 60-cell optimization audit (Stage A + B) tried d_max, delay LR, noisy init,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  warm-up and alternating schedules. Mean WAD worst-query: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  baseline .676  &gt;  noisy-init .654  =  low-LR .654  &gt;  alternating .641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  &gt;  d10 .638  &gt;  warm-up .624  &gt;  high-LR .607.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Every intervention scored BELOW baseline. Delay gradients were finite and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  nonzero throughout; saturation was zero; delays did move (~.99 steps).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188720"/>
            <a:ext cx="459943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1325880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3E74"/>
                </a:solidFill>
                <a:latin typeface="Calibri"/>
              </a:rPr>
              <a:t>Secondary endpoints 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2" y="1691640"/>
            <a:ext cx="427024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MLP readout:  fixed heterogeneous .809  &gt;  scalar .780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     &gt;  d0 .775  &gt;  WAD .770      (WAD ranks last)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Stress point (K=4, N=50):  scalar .652  &gt;  WAD .644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Delay shuffle degrades WAD in 15/15 cells (mean -.116)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     -- evidence of co-adapted placement, NOT of superiority.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3657600"/>
            <a:ext cx="4599432" cy="2331720"/>
          </a:xfrm>
          <a:prstGeom prst="rect">
            <a:avLst/>
          </a:prstGeom>
          <a:solidFill>
            <a:srgbClr val="F6F8FA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42632" y="380390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STILL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4133087"/>
            <a:ext cx="42702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The one control that is still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2" y="4480560"/>
            <a:ext cx="427024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The fixed-heterogeneous control is uniform 0-30 (mean ~15), while WAD concentrates at 1-9 (mean ~3.5). It is NOT a distribution-matched control.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So "delay structure vs delay learning" is genuinely unresolved -- a matched bank or a cross-fitted WAD multiset is required before that question can be closed either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Three further independent negatives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Different tasks, different interfaces, same conclusion -- this is not one bad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7784" y="1335024"/>
            <a:ext cx="950976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1700784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Counterbalanced temporal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103120"/>
            <a:ext cx="3319272" cy="3099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45 cells, seeds {7,19,73}, every operation in every temporal position.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Worst operation x position accuracy is exactly .500 for d0, scalar, fixed-matched AND WAD. Fixed-full: .500/.486/.482.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No condition passes the .55 per-seed / .60 mean routing floor.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Diagnosis: position 2 is the barrier, not operation identity. WAD learns NOR early but fails NOR and XOR 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18872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335024"/>
            <a:ext cx="950976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00784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Spatial vs temporal Pareto scaffold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319272" cy="3099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160 cells, K=2 XOR, MLP scaffold with output-spike conversion removed.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WAD worst-balanced = .500 in ALL 32 of its cells; window-1 hidden spikes are exactly ZERO. Its delays never separate by query.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A fixed oracle schedule DOES work (24 vs 48 hidden at T=18) -- so the interface can express routing; WAD just fails to learn it.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But the oracle saves nothing on dense MACs, events, delay storage or decoder MACs -- and costs 5x the delay-buffer memory.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5592" y="118872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11896" y="1335024"/>
            <a:ext cx="950976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1700784"/>
            <a:ext cx="3319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3261E"/>
                </a:solidFill>
                <a:latin typeface="Calibri"/>
              </a:rPr>
              <a:t>Optimization rescue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103120"/>
            <a:ext cx="3319272" cy="3099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60 cells across Stage A (threshold viability) and Stage B (7 variants).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Threshold 0.3 selected by a predeclared activity/gradient rule (mean activity 10.07 vs target 10) -- explicitly NOT by accuracy.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No variant passed the rescue gate. All 6 interventions scored below the .676 baseline.</a:t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Rules out the obvious objection: WAD is not simply under-trained or badly tuned.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532120"/>
            <a:ext cx="11365992" cy="822960"/>
          </a:xfrm>
          <a:prstGeom prst="rect">
            <a:avLst/>
          </a:prstGeom>
          <a:solidFill>
            <a:srgbClr val="F6F8FA"/>
          </a:solidFill>
          <a:ln w="15875">
            <a:solidFill>
              <a:srgbClr val="00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5632704"/>
            <a:ext cx="110733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Taken together: the delay advantage does not survive a neutral readout, a stronger control, a counterbalanced task, a different scaffold, or a tuning rescue. The convergence of five independent lines is itself the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replacement programme: a bottom-up mechanism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Stop asserting performance top-down. Prove one delay can be learned at all -- one mechanism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841248"/>
          </a:xfrm>
          <a:prstGeom prst="rect">
            <a:avLst/>
          </a:prstGeom>
          <a:solidFill>
            <a:srgbClr val="F6F8FA"/>
          </a:solidFill>
          <a:ln w="15875">
            <a:solidFill>
              <a:srgbClr val="00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289304"/>
            <a:ext cx="1107338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Rationale:  every failed experiment above assumed the delay-learning machinery works and asked whether it helps. The ladder inverts that -- it strips away XOR, labels, weights and multiple queries until only ONE synapse and ONE event remain, then adds complexity back only through a passed gate.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212848"/>
            <a:ext cx="11365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212848"/>
            <a:ext cx="82296" cy="9144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23134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3261E"/>
                </a:solidFill>
                <a:latin typeface="Calibri"/>
              </a:rPr>
              <a:t>Level 0A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57860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75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" y="281635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5915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Can the sigmoid delay parameter recover a declared target at all?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331720"/>
            <a:ext cx="6263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'.001'/200 steps moves the delay 0.954 -&gt; 1.139 against target 5 (error 3.86). '.05' recovers 15/15. So: no hard implementation bug, but the update budget is inadequate even under DIRECT supervision.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00400"/>
            <a:ext cx="11365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00400"/>
            <a:ext cx="82296" cy="9144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30098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3261E"/>
                </a:solidFill>
                <a:latin typeface="Calibri"/>
              </a:rPr>
              <a:t>Level 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56616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180 cells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" y="380390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346704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Does timing credit survive the real buffer, then one LIF neuron?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319272"/>
            <a:ext cx="6263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Buffer + arrival centroid: 15/15 -- the circular buffer is NOT the obstruction. But hard-LIF + centroid: 3/15; a hard spike's centroid is piecewise constant, so the gradient is exactly zero in 8/13 misaligned pairs.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87952"/>
            <a:ext cx="11365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187952"/>
            <a:ext cx="82296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42885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Level 0C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45537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360 cells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" y="4791456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PASSED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334256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Can a soft/global trace give correct bidirectional credit?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4306824"/>
            <a:ext cx="6263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Selected: sigmoid + soft centroid + Adam '.05' recovers 30/30 across current and membrane paths, with 13/13 correct initial directions and zero hard spikes.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175504"/>
            <a:ext cx="113659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175504"/>
            <a:ext cx="82296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" y="527608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Level 0D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554126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135 cells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" y="577900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PASSED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321808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Can that credit place a HARD spike at a declared time?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67528" y="5294376"/>
            <a:ext cx="6263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Selected: hard loss + current centroid at lambda=.1 -&gt; 15/15 with 13/13 correct directions. Hard loss alone is only 10/15 with 5 WRONG directions. Pre-reset voltage hypothesis rejected (3/15).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327648"/>
            <a:ext cx="11365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003E74"/>
                </a:solidFill>
                <a:latin typeface="Calibri"/>
              </a:rPr>
              <a:t>750 deterministic unit cells, every one preregistered with its gate written before the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Level 1A: the first real task -- passed, on a deliberately narrow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K=1 XOR bridge  |  Stage I 90 cells + Stage II 85 cells  |  4 -&gt; 16 -&gt; 2 hard-spiking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What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5577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Stage I (90 cells): the fixed-schedule hard-spike XOR interface passes 10/10 across both schedules and 5 seeds. Selected eta=0, lr_w=.01.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Stage II (85 cells): with an arrival-centroid scaffold, the learned delay lands on target in 10/10 cells. Selected lambda=.01, lr_d=.01.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Final delay range [3.997372, 4.001881] -- maximum error .002628 step, against a target of 4. Exact hard-spike XOR truth table retained in all 10.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703320"/>
            <a:ext cx="55778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7784" y="384048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385876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First verified joint task + delay learning anywhere in the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88720"/>
            <a:ext cx="5513832" cy="3566160"/>
          </a:xfrm>
          <a:prstGeom prst="rect">
            <a:avLst/>
          </a:prstGeom>
          <a:solidFill>
            <a:srgbClr val="FAE8E6"/>
          </a:solidFill>
          <a:ln w="1905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135331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CLAIM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00784"/>
            <a:ext cx="51480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B3261E"/>
                </a:solidFill>
                <a:latin typeface="Calibri"/>
              </a:rPr>
              <a:t>What this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514807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The arrival loss EXPLICITLY ENCODES the oracle delay-4 schedule. The network is told the answer and checked for whether it can hold it.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Task-only delay learning (lambda=0) passes 0/10 at lr_d=.01, and 1/10 at .05. Only 5/10 initial task-gradient directions are even correct.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Timing-specificity control (d0 forced to target t=15): 0/5, with a correct-target-time rate of zero in every seed.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=&gt; This is a scaffold-assisted bridge. It is NOT evidence of task-derived routing discovery, WAD, multiplexing, generalisation, compression, or a Pareto law.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892040"/>
            <a:ext cx="5513832" cy="777240"/>
          </a:xfrm>
          <a:prstGeom prst="rect">
            <a:avLst/>
          </a:prstGeom>
          <a:solidFill>
            <a:srgbClr val="F6F8FA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4992624"/>
            <a:ext cx="522122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Read honestly: we can now learn a delay when we tell the network which delay to learn. Whether the task itself can drive that discovery is exactly what Level 1B onward must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355080"/>
            <a:ext cx="113659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Sources: RESULTS_XOR_TASK_BRIDGE_LEVEL1A_STAGE_I.md / _STAGE_II.md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Level 1B: preregistered, launch-ready, not yet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Does the Level-1A scaffold survive more delay coordinates and a micro-burst input?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3E74"/>
                </a:solidFill>
                <a:latin typeface="Calibri"/>
              </a:rPr>
              <a:t>Locked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5577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Stage A -- 60 cells:  3 delay granularities (global 1 / per-neuron 16 / per-synapse 64)  x  2 loss conditions (task-only vs scaffold)  x  2 matched initial directions  x  5 NEW seeds {607,709,811,919,1021}, disjoint from 1A.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Stage B -- micro-burst robustness:  events at steps 8 and 9, target still exactly ONE opponent spike at t=15. Mechanically locked until a fixed-delay-4 control passes 5/5.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493008"/>
            <a:ext cx="5577840" cy="1051560"/>
          </a:xfrm>
          <a:prstGeom prst="rect">
            <a:avLst/>
          </a:prstGeom>
          <a:solidFill>
            <a:srgbClr val="F6F8FA"/>
          </a:solidFill>
          <a:ln w="15875">
            <a:solidFill>
              <a:srgbClr val="00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3593592"/>
            <a:ext cx="5285232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gate is coordinate-wise, not mean-wise.  A smoke cell reached exact XOR with a mean delay of 3.99996 and still FAILED -- its worst coordinate was .378 off and coverage was .859. A mean cannot hide a bad coordinate.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70916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3E74"/>
                </a:solidFill>
                <a:latin typeface="Calibri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02920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88/88 project tests pass; dry-run expands to exactly 60 / 10 / 60 unique paths.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6 smoke cells validate code paths only -- explicitly invalid for claims.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0 formal cells launched.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513832" cy="4663440"/>
          </a:xfrm>
          <a:prstGeom prst="rect">
            <a:avLst/>
          </a:prstGeom>
          <a:solidFill>
            <a:srgbClr val="F6F8FA"/>
          </a:solidFill>
          <a:ln w="19050">
            <a:solidFill>
              <a:srgbClr val="5B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3716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606040"/>
            <a:ext cx="55138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C3CBD4"/>
                </a:solidFill>
                <a:latin typeface="Calibri"/>
              </a:rP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246120"/>
            <a:ext cx="5513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B6470"/>
                </a:solidFill>
                <a:latin typeface="Calibri"/>
              </a:rPr>
              <a:t>to be added once Stage A completes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023360"/>
            <a:ext cx="45079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5B6470"/>
                </a:solidFill>
                <a:latin typeface="Calibri"/>
              </a:rPr>
              <a:t>Reserved for:  per-granularity pass counts (x/10)  |  worst-coordinate delay error  |  coverage  |  task-only vs scaffold contrast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Where the project actually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94944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7DE"/>
                </a:solidFill>
                <a:latin typeface="Calibri"/>
              </a:rPr>
              <a:t>From docs/PUBLICATION_ROADMAP.md -- the authoritative forward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11365992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16736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FFFFFF"/>
                </a:solidFill>
                <a:latin typeface="Calibri"/>
              </a:rPr>
              <a:t>"The defensible project is not currently 'delays enable temporal multiplexing' or 'delays save energy.'"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FA5C4"/>
                </a:solidFill>
                <a:latin typeface="Calibri"/>
              </a:rPr>
              <a:t>-- PUBLICATION_ROADMAP.md, Executive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3E74"/>
                </a:solidFill>
                <a:latin typeface="Calibri"/>
              </a:rPr>
              <a:t>The question the evidence can actually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06040"/>
            <a:ext cx="5577840" cy="1143000"/>
          </a:xfrm>
          <a:prstGeom prst="rect">
            <a:avLst/>
          </a:prstGeom>
          <a:solidFill>
            <a:srgbClr val="F6F8FA"/>
          </a:solidFill>
          <a:ln w="15875">
            <a:solidFill>
              <a:srgbClr val="003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2706624"/>
            <a:ext cx="5285232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Under a neutral observation interface and an explicitly matched resource vector, do learnable heterogeneous delays improve the reliability-cost Pareto frontier over d0, optimized scalar, and fixed heterogeneous controls?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88620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B6470"/>
                </a:solidFill>
                <a:latin typeface="Calibri"/>
              </a:rPr>
              <a:t>Note what changed: "do delays help?" became "do LEARNED delays beat the best NON-learned delay, at matched cost, under a fair readout?" Beating d0 is no longer a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6634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03E74"/>
                </a:solidFill>
                <a:latin typeface="Calibri"/>
              </a:rPr>
              <a:t>Publication decision tree -- which branch we are 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010912"/>
            <a:ext cx="5577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5093208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WAD beats all matched controls + survives scaling &amp; an external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7448" y="5065776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NOT SUPPORTED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394960"/>
            <a:ext cx="5577840" cy="347472"/>
          </a:xfrm>
          <a:prstGeom prst="rect">
            <a:avLst/>
          </a:prstGeom>
          <a:solidFill>
            <a:srgbClr val="E3F2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5477256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Advantage only under late-window / vanishes at matched decoder info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5449824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WE ARE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779008"/>
            <a:ext cx="5577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5861304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WAD ties fixed heterogeneous, both beat d0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7448" y="5833872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UNRESOLVED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163056"/>
            <a:ext cx="5577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6245352"/>
            <a:ext cx="4069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Calibri"/>
              </a:rPr>
              <a:t>No robust benefit after 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7448" y="6217920"/>
            <a:ext cx="1143000" cy="228600"/>
          </a:xfrm>
          <a:prstGeom prst="roundRect">
            <a:avLst>
              <a:gd name="adj" fmla="val 50000"/>
            </a:avLst>
          </a:prstGeom>
          <a:solidFill>
            <a:srgbClr val="5B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POSSIBLE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286000"/>
            <a:ext cx="551383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432304"/>
            <a:ext cx="5148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3E74"/>
                </a:solidFill>
                <a:latin typeface="Calibri"/>
              </a:rPr>
              <a:t>Venue reality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761488"/>
            <a:ext cx="5148072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Current evidence = an exploratory / negative-result study. That is a workshop paper or a thesis chapter, not a conference method paper.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A serious conference submission requires Phases 1-5: causal controls, a K/N/T response surface, mechanism interventions, encoding robustness, and one external temporal benchmark (SHD or SSC).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"We learn delays" is explicitly NOT novel -- DCLS and the axonal-delay literature already do it. Novelty has to come from the controlled evaluation and the demonstrated failure mode.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5B6470"/>
                </a:solidFill>
                <a:latin typeface="Calibri"/>
              </a:rPr>
              <a:t>The honest asset we now hold: a reusable protocol that exposes observation-window and decoder-resource confounding in delay-SNN evaluation. That is a real contribution, and it is publishable.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Decisions I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8C7DE"/>
                </a:solidFill>
                <a:latin typeface="Calibri"/>
              </a:rPr>
              <a:t>Recorded as open in PUBLICATION_ROADMAP.md Sec. 16 -- these gate Phase 2, and I should not pick them unilaterally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19072"/>
            <a:ext cx="10543032" cy="822960"/>
          </a:xfrm>
          <a:prstGeom prst="rect">
            <a:avLst/>
          </a:prstGeom>
          <a:solidFill>
            <a:srgbClr val="2B4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01952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81051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Method, or methodology?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810512"/>
            <a:ext cx="5806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7DE"/>
                </a:solidFill>
                <a:latin typeface="Calibri"/>
              </a:rPr>
              <a:t>The evidence now favours an evaluation/protocol contribution over a learned-delay method. Does the thesis follow the evidence, or do we spend another cycle trying to rescue the method claim? This is the fork everything else hangs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10543032" cy="822960"/>
          </a:xfrm>
          <a:prstGeom prst="rect">
            <a:avLst/>
          </a:prstGeom>
          <a:solidFill>
            <a:srgbClr val="2B4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78892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974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Is the matched-distribution control worth one more cycle?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697480"/>
            <a:ext cx="5806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7DE"/>
                </a:solidFill>
                <a:latin typeface="Calibri"/>
              </a:rPr>
              <a:t>It is the single missing control that could still separate "delay structure" from "delay learning". Cheap relative to Phases 1-5 -- but it can only narrow a negative, not create a positive.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93008"/>
            <a:ext cx="10543032" cy="822960"/>
          </a:xfrm>
          <a:prstGeom prst="rect">
            <a:avLst/>
          </a:prstGeom>
          <a:solidFill>
            <a:srgbClr val="2B4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675888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58444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Submission window and venue class?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584448"/>
            <a:ext cx="5806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7DE"/>
                </a:solidFill>
                <a:latin typeface="Calibri"/>
              </a:rPr>
              <a:t>Drives whether we aim at a workshop/thesis chapter now, or commit to Phases 1-5 and an external benchmark for a conference.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79976"/>
            <a:ext cx="10543032" cy="822960"/>
          </a:xfrm>
          <a:prstGeom prst="rect">
            <a:avLst/>
          </a:prstGeom>
          <a:solidFill>
            <a:srgbClr val="2B4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562856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471416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Compute budget and confirmatory seed count?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471416"/>
            <a:ext cx="5806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7DE"/>
                </a:solidFill>
                <a:latin typeface="Calibri"/>
              </a:rPr>
              <a:t>Headline confirmation needs &gt;=10 paired seeds. Current results run at 2-5. This is the main cost driver.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66944"/>
            <a:ext cx="10543032" cy="822960"/>
          </a:xfrm>
          <a:prstGeom prst="rect">
            <a:avLst/>
          </a:prstGeom>
          <a:solidFill>
            <a:srgbClr val="2B4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449824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358384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Is latency T a constrained resource, or just an axis of study?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358384"/>
            <a:ext cx="5806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8C7DE"/>
                </a:solidFill>
                <a:latin typeface="Calibri"/>
              </a:rPr>
              <a:t>Changes the entire cost model -- and whether temporal multiplexing can ever be "cheaper" in a meaningful sense.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0F766E"/>
                </a:solidFill>
                <a:latin typeface="Calibri"/>
              </a:rPr>
              <a:t>Everything above is validation-only. The test split has never been opened.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