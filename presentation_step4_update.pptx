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00" y="2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B0E29F-43CF-4379-B91D-F7F46D1C6D5F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18D346-4B9C-445F-B1DE-326E4B02F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655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Topology 1 shows us that the structural necessity of delay does not stem from output multiplicity, but from input-side temporal collisions.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18D346-4B9C-445F-B1DE-326E4B02F97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906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40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88952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749039"/>
            <a:ext cx="12188952" cy="109728"/>
          </a:xfrm>
          <a:prstGeom prst="rect">
            <a:avLst/>
          </a:prstGeom>
          <a:solidFill>
            <a:srgbClr val="E86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Step 4: Pattern Taxonomy —
When Are Delays Actually Necessary?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EF2F7"/>
                </a:solidFill>
                <a:latin typeface="Calibri"/>
              </a:rPr>
              <a:t>Update since last meeting  ·  Three new output-structure topologies + a depth-ablation correction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690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3864"/>
                </a:solidFill>
                <a:latin typeface="Calibri"/>
              </a:rPr>
              <a:t>SNN Async Delays Project  · 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0690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3E74"/>
                </a:solidFill>
                <a:latin typeface="Calibri"/>
              </a:rPr>
              <a:t>Imperial College London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Recap: Where We Left 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1097280"/>
          </a:xfrm>
          <a:prstGeom prst="rect">
            <a:avLst/>
          </a:prstGeom>
          <a:solidFill>
            <a:srgbClr val="E8F0FE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8" y="1152144"/>
            <a:ext cx="111191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3864"/>
                </a:solidFill>
                <a:latin typeface="Calibri"/>
              </a:rPr>
              <a:t>Plan D (shared-channel, sequential queries) established the central claim: trainable delays are structurally necessary when K queries share both input channels and a single readout window. d=0 plateaus at ~77% regardless of readout type; MLP readout pushes Max K@90% from 2 to 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14884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Open question raised at last meeting: is this necessity a general property of shared-channel SNNs, or an artifact of this one input/output structure?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834640"/>
            <a:ext cx="11338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alibri"/>
              </a:rPr>
              <a:t>Step 4 answers this by varying the I/O structure while holding the core mechanism (shared channels, sequential sub-windows, LIF + delays) fixed:</a:t>
            </a:r>
          </a:p>
          <a:p>
            <a:pPr lvl="1"/>
            <a:r>
              <a:rPr sz="1600">
                <a:solidFill>
                  <a:srgbClr val="000000"/>
                </a:solidFill>
                <a:latin typeface="Calibri"/>
              </a:rPr>
              <a:t>Topology 1 — one-query, many-op:  1 broadcast input  →  K_ops independent outputs</a:t>
            </a:r>
          </a:p>
          <a:p>
            <a:pPr lvl="1"/>
            <a:r>
              <a:rPr sz="1600">
                <a:solidFill>
                  <a:srgbClr val="000000"/>
                </a:solidFill>
                <a:latin typeface="Calibri"/>
              </a:rPr>
              <a:t>Topology 2 — many-query, one-out:  K sequential inputs  →  1 aggregate output</a:t>
            </a:r>
          </a:p>
          <a:p>
            <a:pPr lvl="1"/>
            <a:r>
              <a:rPr sz="1600">
                <a:solidFill>
                  <a:srgbClr val="000000"/>
                </a:solidFill>
                <a:latin typeface="Calibri"/>
              </a:rPr>
              <a:t>Topology 3 — many-query, many-op, one-out:  combines both (mixed ops + aggregation)</a:t>
            </a:r>
          </a:p>
          <a:p>
            <a:r>
              <a:rPr sz="1600">
                <a:solidFill>
                  <a:srgbClr val="000000"/>
                </a:solidFill>
                <a:latin typeface="Calibri"/>
              </a:rPr>
              <a:t>Plus: a depth ablation revisited the single-op (NAND) ceiling and found a new best result.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Pattern Taxonomy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078992"/>
          <a:ext cx="1133855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7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1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90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Topology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Plan D (done)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K shared-channel
sequential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K independent logits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Baseline: delay-as-router
necessity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 dirty="0">
                          <a:solidFill>
                            <a:srgbClr val="000000"/>
                          </a:solidFill>
                          <a:latin typeface="Calibri"/>
                        </a:rPr>
                        <a:t>T1: one-query-many-op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1 broadcast pair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K_ops independent
logits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Does necessity require
input-side collision?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 dirty="0">
                          <a:solidFill>
                            <a:srgbClr val="000000"/>
                          </a:solidFill>
                          <a:latin typeface="Calibri"/>
                        </a:rPr>
                        <a:t>T2: many-query-one-out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K shared-channel
sequential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1 aggregate logit
(majority / AND)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Does necessity survive
output-side compression?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 dirty="0">
                          <a:solidFill>
                            <a:srgbClr val="000000"/>
                          </a:solidFill>
                          <a:latin typeface="Calibri"/>
                        </a:rPr>
                        <a:t>T3: many-query-many-op
-one-out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K shared-channel,
mixed ops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1 aggregate logit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>
                          <a:solidFill>
                            <a:srgbClr val="000000"/>
                          </a:solidFill>
                          <a:latin typeface="Calibri"/>
                        </a:rPr>
                        <a:t>Do routing + op-mix +
aggregation compound?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11480" y="4663440"/>
            <a:ext cx="11338560" cy="1005840"/>
          </a:xfrm>
          <a:prstGeom prst="rect">
            <a:avLst/>
          </a:prstGeom>
          <a:solidFill>
            <a:srgbClr val="EEF2F7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" y="4736592"/>
            <a:ext cx="1111910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3864"/>
                </a:solidFill>
                <a:latin typeface="Calibri"/>
              </a:rPr>
              <a:t>Design logic: Plan D conflated two things — input-side temporal collision and output-side multiplicity. T1 isolates the output side (no input collision); T2 isolates the compression side (input collision, but 1 output); T3 stacks all three.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Topology 1: One-Query, Many-Op — Delays Are NOT Necessary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731520"/>
          </a:xfrm>
          <a:prstGeom prst="rect">
            <a:avLst/>
          </a:prstGeom>
          <a:solidFill>
            <a:srgbClr val="EEF2F7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8" y="1152144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Design: single shared (A,B) pair in ONE input window  →  K_ops readout heads, each learning a different op (AND/OR/NAND/NOR) of the same input. No input-side collision — each head already has its own readout weights.</a:t>
            </a:r>
          </a:p>
        </p:txBody>
      </p:sp>
      <p:pic>
        <p:nvPicPr>
          <p:cNvPr id="6" name="Picture 5" descr="tmp_chart_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3080"/>
            <a:ext cx="6400800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9202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Calibri"/>
              </a:rPr>
              <a:t>wad-vs-d0 gap is flat (+14–19pp) across K_ops — does NOT grow, unlike Plan D (+16%→+34%).</a:t>
            </a:r>
          </a:p>
          <a:p>
            <a:r>
              <a:rPr sz="1400">
                <a:solidFill>
                  <a:srgbClr val="000000"/>
                </a:solidFill>
                <a:latin typeface="Calibri"/>
              </a:rPr>
              <a:t>Linear readout beats MLP here (reversal of Plan D): K_ops heads already separate; MLP's nonlinear mixing adds inter-head competition instead of helping.</a:t>
            </a:r>
          </a:p>
          <a:p>
            <a:r>
              <a:rPr sz="1400">
                <a:solidFill>
                  <a:srgbClr val="000000"/>
                </a:solidFill>
                <a:latin typeface="Calibri"/>
              </a:rPr>
              <a:t>No capacity ceiling found within K_ops ≤ 4 — wad_linear stays ≥95% throughout.</a:t>
            </a:r>
          </a:p>
          <a:p>
            <a:r>
              <a:rPr sz="1400">
                <a:solidFill>
                  <a:srgbClr val="000000"/>
                </a:solidFill>
                <a:latin typeface="Calibri"/>
              </a:rPr>
              <a:t>d=0 collapses to the label prior (OR/NOR plateau exactly at 75.6% = P(label=1)).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Topology 2: Many-Query, One-Out — Delays ARE Necessary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822960"/>
          </a:xfrm>
          <a:prstGeom prst="rect">
            <a:avLst/>
          </a:prstGeom>
          <a:solidFill>
            <a:srgbClr val="EEF2F7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8" y="1152144"/>
            <a:ext cx="1111910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Design: keeps Plan D's input side exactly (K NAND queries, sequential sub-windows, 2 shared channels) but collapses the K-logit readout to ONE aggregate logit — majority vote, or AND-of-results (cleaner: trivial baseline ≈ 50% balanced acc).</a:t>
            </a:r>
          </a:p>
        </p:txBody>
      </p:sp>
      <p:pic>
        <p:nvPicPr>
          <p:cNvPr id="6" name="Picture 5" descr="tmp_chart_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640080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9659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Calibri"/>
              </a:rPr>
              <a:t>d=0 balanced accuracy ≈50% at K≥3 for both aggregations — identical structural failure to Plan D (confirmed via spike-flow plots: zero readout-window activity).</a:t>
            </a:r>
          </a:p>
          <a:p>
            <a:r>
              <a:rPr sz="1400">
                <a:solidFill>
                  <a:srgbClr val="000000"/>
                </a:solidFill>
                <a:latin typeface="Calibri"/>
              </a:rPr>
              <a:t>MLP beats linear here (opposite of T1): aggregating K sequential signals into one decision needs nonlinear counting/thresholding, not K independent linear sums.</a:t>
            </a:r>
          </a:p>
          <a:p>
            <a:r>
              <a:rPr sz="1400">
                <a:solidFill>
                  <a:srgbClr val="000000"/>
                </a:solidFill>
                <a:latin typeface="Calibri"/>
              </a:rPr>
              <a:t>Max K@BalAcc≥70%: K=3 (majority vote, matches Plan D's ceiling); K=5 (AND-of-results — conjunctive structure extends the ceiling further).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Topology 3: Mixed-Op + Aggregation — Bottlenecks Compound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594360"/>
          </a:xfrm>
          <a:prstGeom prst="rect">
            <a:avLst/>
          </a:prstGeom>
          <a:solidFill>
            <a:srgbClr val="EEF2F7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8" y="1152144"/>
            <a:ext cx="1111910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Design: Topology 2's K→1 majority vote combined with Step 3's mixed-op input (4 ops, h=100, n_train=16000) — the most demanding composition in the taxonomy.</a:t>
            </a:r>
          </a:p>
        </p:txBody>
      </p:sp>
      <p:pic>
        <p:nvPicPr>
          <p:cNvPr id="6" name="Picture 5" descr="tmp_chart_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512064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4617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Delay gap: +31.4pp (K=1), +23.9pp (K=3)  |  Max K@90%: wad_mlp = 1, d0_mlp = 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52160" y="1417320"/>
          <a:ext cx="5852157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1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5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5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9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Topology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Delay needed?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Max K@90% (wad)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d0 failure mode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Plan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Yes — structural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 (MLP, h=50)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Weight-symmetry, ~77%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T1: one-query-many-op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No — marginal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 (all pass)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Slight alignment loss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T2: many-query-one-out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Yes — structural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K=3 (BalAcc)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Label-prior collapse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T3: many-many-one-out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Yes — structural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Label prior + op-mix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51663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Max K@90%=1 sits below Direction C's K=3 (mixed-op only, h=100) and T2's K=3 (aggregation only, h=50) — routing + op-mix + aggregation compound multiplicatively, not additively.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27: Depth Revisited — New Best Result for Single-Op NAND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1005840"/>
          </a:xfrm>
          <a:prstGeom prst="rect">
            <a:avLst/>
          </a:prstGeom>
          <a:solidFill>
            <a:srgbClr val="EEF2F7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8" y="1152144"/>
            <a:ext cx="1111910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Earlier (Sections 13-14) we concluded a 2nd hidden layer doesn't help — but that test split a fixed 50-neuron budget into 25+25, halving the readout's input dimension. This experiment removes that confound: L2-h50h50 uses two FULL 50-neuron layers (readout_in=50, matching L1-h50) — 100 neurons total, no budget cut.</a:t>
            </a:r>
          </a:p>
        </p:txBody>
      </p:sp>
      <p:pic>
        <p:nvPicPr>
          <p:cNvPr id="6" name="Picture 5" descr="tmp_chart_sec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603504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21945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Calibri"/>
              </a:rPr>
              <a:t>L2-h50h50-linear reaches Max K@90%=4 — the best single-op NAND result in the whole project, beating the previous best (L1-h50-MLP, K=3).</a:t>
            </a:r>
          </a:p>
          <a:p>
            <a:r>
              <a:rPr sz="1300">
                <a:solidFill>
                  <a:srgbClr val="000000"/>
                </a:solidFill>
                <a:latin typeface="Calibri"/>
              </a:rPr>
              <a:t>Confirms the earlier "depth hurts" finding was an artifact of the readout-input cut (50→25), not of depth itself: more neurons + matched readout_in together help.</a:t>
            </a:r>
          </a:p>
          <a:p>
            <a:r>
              <a:rPr sz="1300">
                <a:solidFill>
                  <a:srgbClr val="000000"/>
                </a:solidFill>
                <a:latin typeface="Calibri"/>
              </a:rPr>
              <a:t>First reversal of linear&lt;MLP at K=4 (91.1% vs 89.7%): the 2nd spiking layer's own LIF nonlinearity already supplies the separation MLP used to add on top of L1.</a:t>
            </a:r>
          </a:p>
          <a:p>
            <a:r>
              <a:rPr sz="1300">
                <a:solidFill>
                  <a:srgbClr val="000000"/>
                </a:solidFill>
                <a:latin typeface="Calibri"/>
              </a:rPr>
              <a:t>Open caveat: no L1-h100 single-op control was run, so depth vs. raw neuron count (100 total either way) isn't fully disentangled — flagged in the paper's Future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Mechanism: How Delays Route Information in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789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Same setup (Plan D, K=3, MLP readout) — only the delay condition differs.</a:t>
            </a:r>
          </a:p>
        </p:txBody>
      </p:sp>
      <p:pic>
        <p:nvPicPr>
          <p:cNvPr id="5" name="Picture 4" descr="fig_planD_k3_mlp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04" y="1417320"/>
            <a:ext cx="3283887" cy="5074920"/>
          </a:xfrm>
          <a:prstGeom prst="rect">
            <a:avLst/>
          </a:prstGeom>
        </p:spPr>
      </p:pic>
      <p:pic>
        <p:nvPicPr>
          <p:cNvPr id="6" name="Picture 5" descr="fig_ablation_mlp_d0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17320"/>
            <a:ext cx="3283887" cy="5074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60904" y="6537960"/>
            <a:ext cx="3282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7A3C"/>
                </a:solidFill>
                <a:latin typeface="Calibri"/>
              </a:rPr>
              <a:t>Trainable delays (wad_mlp) — 92.7% acc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537960"/>
            <a:ext cx="3282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142C"/>
                </a:solidFill>
                <a:latin typeface="Calibri"/>
              </a:rPr>
              <a:t>No delays (d0_mlp) — ~77% acc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Diagnostic Panel Example — Topology 3, K=3, wad_mlp</a:t>
            </a:r>
          </a:p>
        </p:txBody>
      </p:sp>
      <p:pic>
        <p:nvPicPr>
          <p:cNvPr id="4" name="Picture 3" descr="diagnostic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188720"/>
            <a:ext cx="6583680" cy="5345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3550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One run, one figure: spike raster (sorted by first-spike time, coloured by sub-window), delay heatmap, and readout trace — this is what "routing" looks like inside the network.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Energy / Computation Trade-off</a:t>
            </a:r>
          </a:p>
        </p:txBody>
      </p:sp>
      <p:pic>
        <p:nvPicPr>
          <p:cNvPr id="4" name="Picture 3" descr="computation_vs_energy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051560"/>
            <a:ext cx="6949440" cy="49058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0350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864"/>
                </a:solidFill>
                <a:latin typeface="Calibri"/>
              </a:rPr>
              <a:t>Same energy budget (spikes/trial) buys ~3-4× more computations with async delays vs. synchronous (K independent trials) baseline — up to -73% energy for the same 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Conclusions: Delays Are Necessary in Every Shared-Channel Topology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1371600"/>
          </a:xfrm>
          <a:prstGeom prst="rect">
            <a:avLst/>
          </a:prstGeom>
          <a:solidFill>
            <a:srgbClr val="E8F0FE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8" y="1152144"/>
            <a:ext cx="11119104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▶  1.  Structural necessity tracks input-side collision, not output multiplicity
    T1 (output multiplicity, no input collision): delays optional, pure alignment (+14-19pp flat).
Plan D / T2 / T3 (input collision present): delays structurally necessary, d=0 collapses to label prior.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560320"/>
            <a:ext cx="11338560" cy="1371600"/>
          </a:xfrm>
          <a:prstGeom prst="rect">
            <a:avLst/>
          </a:prstGeom>
          <a:solidFill>
            <a:srgbClr val="FFF3E0"/>
          </a:solidFill>
          <a:ln w="19050">
            <a:solidFill>
              <a:srgbClr val="E86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2633472"/>
            <a:ext cx="11119104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▶  2.  Best readout type flips with topology — there's no universal answer
    K-parallel-outputs (T1): Linear wins — heads already separate, MLP adds harmful coupling.
K-to-1 aggregation (T2/T3) or K-sequential-routing (Plan D): MLP wins — needs nonlinear counting/decoding.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4041648"/>
            <a:ext cx="11338560" cy="1371600"/>
          </a:xfrm>
          <a:prstGeom prst="rect">
            <a:avLst/>
          </a:prstGeom>
          <a:solidFill>
            <a:srgbClr val="D6E8D6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4114800"/>
            <a:ext cx="11119104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▶  3.  Independent bottlenecks compound multiplicatively under composition
    Routing (Plan D, K@90%=3) + mixed-op competition (Dir C, K@90%=3) + aggregation (T2, K=3) individually each reach K=3 — but T3 (all three combined) only reaches K=1.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57784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Plus: depth (L2-h50h50) extends single-op Max K@90% to 4 — the project's best result so far, with the budget-confound from Sections 13-14 now resolved.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78992"/>
            <a:ext cx="11338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Calibri"/>
              </a:rPr>
              <a:t>Locate the true T1 ceiling: sweep K_ops ∈ {5,6,8} using all 8 canonical boolean ops (current K_ops≤4 shows no ceiling at h=50).</a:t>
            </a:r>
          </a:p>
          <a:p>
            <a:r>
              <a:rPr sz="1500">
                <a:solidFill>
                  <a:srgbClr val="000000"/>
                </a:solidFill>
                <a:latin typeface="Calibri"/>
              </a:rPr>
              <a:t>Run the missing L1-h100 single-op NAND control to fully disentangle Section 27's depth effect from raw neuron count.</a:t>
            </a:r>
          </a:p>
          <a:p>
            <a:r>
              <a:rPr sz="1500">
                <a:solidFill>
                  <a:srgbClr val="000000"/>
                </a:solidFill>
                <a:latin typeface="Calibri"/>
              </a:rPr>
              <a:t>Write up the Pattern Taxonomy as a dedicated section/table for the paper — the 4-row comparison (Plan D / T1 / T2 / T3) is a clean, self-contained contribution.</a:t>
            </a:r>
          </a:p>
          <a:p>
            <a:r>
              <a:rPr sz="1500">
                <a:solidFill>
                  <a:srgbClr val="000000"/>
                </a:solidFill>
                <a:latin typeface="Calibri"/>
              </a:rPr>
              <a:t>Investigate whether T3's compounding bottleneck is fixable with the width/data levers that worked for Step 3 Direction A/C (more data, larger h), or is a hard ceiling.</a:t>
            </a:r>
          </a:p>
          <a:p>
            <a:r>
              <a:rPr sz="1500">
                <a:solidFill>
                  <a:srgbClr val="000000"/>
                </a:solidFill>
                <a:latin typeface="Calibri"/>
              </a:rPr>
              <a:t>Decide whether a 3rd aggregation function (e.g. parity / XOR-of-results) is worth adding to T2 for a fuller picture before finalising the taxonomy.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1613</Words>
  <Application>Microsoft Office PowerPoint</Application>
  <PresentationFormat>自定义</PresentationFormat>
  <Paragraphs>96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Xu, KUNPENG</cp:lastModifiedBy>
  <cp:revision>2</cp:revision>
  <dcterms:created xsi:type="dcterms:W3CDTF">2013-01-27T09:14:16Z</dcterms:created>
  <dcterms:modified xsi:type="dcterms:W3CDTF">2026-06-29T12:56:11Z</dcterms:modified>
  <cp:category/>
</cp:coreProperties>
</file>