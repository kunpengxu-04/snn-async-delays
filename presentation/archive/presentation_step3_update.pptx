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3: Does Temporal Multiplexing Generalise to Mixed Ops?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91440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same Plan D structure (2 shared channels, sequential sub-windows, single readout) but each query now applies a DIFFERENT boolean op, signalled by one-hot op-identity input channels. Tests whether delay-based routing survives operation heterogeneity, not just query heterogeneity.</a:t>
            </a:r>
          </a:p>
        </p:txBody>
      </p:sp>
      <p:pic>
        <p:nvPicPr>
          <p:cNvPr id="6" name="Picture 5" descr="tmp_chart_step3_8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6400800" cy="37490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40880" y="210312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solidFill>
                  <a:srgbClr val="000000"/>
                </a:solidFill>
                <a:latin typeface="Calibri"/>
              </a:rPr>
              <a:t>Delay gap persists: +19.8pp (K=1) down to +10.9pp (K=4) — same order of magnitude as same-op Plan D (+14-19% to +34%).</a:t>
            </a:r>
          </a:p>
          <a:p>
            <a:pPr/>
            <a:r>
              <a:rPr sz="1400">
                <a:solidFill>
                  <a:srgbClr val="000000"/>
                </a:solidFill>
                <a:latin typeface="Calibri"/>
              </a:rPr>
              <a:t>Max K@90% = 0 for both models — but this is a DATA/TASK ceiling, not a routing failure: only ~500 samples/op (8 ops) and XOR/XNOR drag the mean down.</a:t>
            </a:r>
          </a:p>
          <a:p>
            <a:pPr/>
            <a:r>
              <a:rPr sz="1400">
                <a:solidFill>
                  <a:srgbClr val="000000"/>
                </a:solidFill>
                <a:latin typeface="Calibri"/>
              </a:rPr>
              <a:t>d0 collapses toward the label prior at higher K — same structural failure mode seen in every shared-channel topology so far.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 Progression: Data, Then Capacity, Close the Gap</a:t>
            </a:r>
          </a:p>
        </p:txBody>
      </p:sp>
      <p:pic>
        <p:nvPicPr>
          <p:cNvPr id="4" name="Picture 3" descr="tmp_chart_step3_max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00200"/>
            <a:ext cx="5577840" cy="3657600"/>
          </a:xfrm>
          <a:prstGeom prst="rect">
            <a:avLst/>
          </a:prstGeom>
        </p:spPr>
      </p:pic>
      <p:pic>
        <p:nvPicPr>
          <p:cNvPr id="5" name="Picture 4" descr="tmp_chart_step3_k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00200"/>
            <a:ext cx="557784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5349240"/>
            <a:ext cx="11338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>
                <a:solidFill>
                  <a:srgbClr val="000000"/>
                </a:solidFill>
                <a:latin typeface="Calibri"/>
              </a:rPr>
              <a:t>Direction A (4× data, 1k→16k/op): K=1 accuracy 87.7%→96.5%; Max K@90% rises 0→2 — the bottleneck was data sparsity, not the delay mechanism.</a:t>
            </a:r>
          </a:p>
          <a:p>
            <a:pPr/>
            <a:r>
              <a:rPr sz="1300">
                <a:solidFill>
                  <a:srgbClr val="000000"/>
                </a:solidFill>
                <a:latin typeface="Calibri"/>
              </a:rPr>
              <a:t>Direction C (+capacity, h=50→100): Max K@90% rises 2→3, matching single-op NAND's ceiling exactly — d0 stays flat, confirming delays (not width) convert capacity into routing.</a:t>
            </a:r>
          </a:p>
          <a:p>
            <a:pPr/>
            <a:r>
              <a:rPr sz="1300">
                <a:solidFill>
                  <a:srgbClr val="000000"/>
                </a:solidFill>
                <a:latin typeface="Calibri"/>
              </a:rPr>
              <a:t>Direction D (2-layer h50+h50, same 100-neuron budget): Max K@90% falls back to 2 — splitting the budget into layers hurts mixed-op routing too (same readout_in-halving confound that Section 27 later resolves for single-op NAND).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3 Conclusions: Mixed-Op Multiplexing Confirms the Same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46304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1.  The delay advantage generalises to mixed operations
    +11–34pp over d0 across every Step 3 condition (8-op and 4-op, 1k and 16k samples/op) — operation heterogeneity does not break delay-based temporal routing.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679192"/>
            <a:ext cx="1133856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752344"/>
            <a:ext cx="111191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2.  Data volume, not the delay mechanism, was the dominant early bottleneck
    4× more training data (1k→16k/op) alone lifted Max K@90% from 0 to 2 — w_and_d absorbs extra data; d0_control stays flat, confirming delays are what convert data into capability.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4279392"/>
            <a:ext cx="11338560" cy="1463040"/>
          </a:xfrm>
          <a:prstGeom prst="rect">
            <a:avLst/>
          </a:prstGeom>
          <a:solidFill>
            <a:srgbClr val="D6E8D6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4352544"/>
            <a:ext cx="1111910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3.  Width helps, naive depth hurts — same lesson as single-op NAND, now confirmed for mixed ops
    h=50→100 (Dir C) raises Max K@90% to 3, matching single-op NAND. Splitting into 2 layers at the same 100-neuron budget (Dir D) drops it back to 2 — depth only helps once the readout-input confound is fixed (see Section 27, single-op, later in this talk).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98932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This sets up Step 4: having shown the mechanism generalises across operations, Step 4 next asks whether it generalises across input/output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